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9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DA51639-B2D6-4652-B8C3-1B4C224A7BAF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18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20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23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6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2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6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35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0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B334A90-EB03-42F3-8859-2C2B2724C058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119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63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53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5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B35E-AC7A-0844-F395-B865939CC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994" y="154307"/>
            <a:ext cx="10372507" cy="4035855"/>
          </a:xfrm>
        </p:spPr>
        <p:txBody>
          <a:bodyPr/>
          <a:lstStyle/>
          <a:p>
            <a:r>
              <a:rPr lang="en-US" dirty="0"/>
              <a:t> </a:t>
            </a:r>
            <a:br>
              <a:rPr lang="en-IN" dirty="0"/>
            </a:br>
            <a:r>
              <a:rPr lang="en-US" b="1" dirty="0"/>
              <a:t>Car Price Prediction Model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479E1-8D78-B8D7-6741-919CF23BC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217" y="3311236"/>
            <a:ext cx="10574851" cy="457200"/>
          </a:xfrm>
        </p:spPr>
        <p:txBody>
          <a:bodyPr>
            <a:normAutofit/>
          </a:bodyPr>
          <a:lstStyle/>
          <a:p>
            <a:r>
              <a:rPr lang="en-US" sz="1800" dirty="0"/>
              <a:t>Machine Learning:-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23769B-F32A-9635-47C4-3F3786A37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100032"/>
              </p:ext>
            </p:extLst>
          </p:nvPr>
        </p:nvGraphicFramePr>
        <p:xfrm>
          <a:off x="738459" y="4481083"/>
          <a:ext cx="2922270" cy="12541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2870">
                  <a:extLst>
                    <a:ext uri="{9D8B030D-6E8A-4147-A177-3AD203B41FA5}">
                      <a16:colId xmlns:a16="http://schemas.microsoft.com/office/drawing/2014/main" val="1241736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686160302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Name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Registration Number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619013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Prakhar Purwar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12323770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376798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Prashant Kumar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12315454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2992818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Jubin Mazumdar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12316322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539348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Asmit Kushagra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12317766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6159680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Kajal Kumari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12312143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958355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7B69BB9-D40D-89C8-6901-DCDECE45A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02926" y="4059357"/>
            <a:ext cx="338865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Submitted by:-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14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D716-E2AA-F21B-4739-90523E32E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007" y="943896"/>
            <a:ext cx="10782300" cy="1948117"/>
          </a:xfrm>
        </p:spPr>
        <p:txBody>
          <a:bodyPr/>
          <a:lstStyle/>
          <a:p>
            <a:r>
              <a:rPr lang="en-IN" b="1" dirty="0"/>
              <a:t>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90E7E-04BF-4660-B03D-70BA14921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007" y="2300748"/>
            <a:ext cx="9228201" cy="4021394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What is car price prediction?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Growing use of AI/ML in automobile industry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Helps buyers, sellers, and businesses make informed decisions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Manual pricing is subjective; ML provides data-driven accuracy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82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F3B6-B259-6DFC-D6F1-52E6032B9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2307030"/>
          </a:xfrm>
        </p:spPr>
        <p:txBody>
          <a:bodyPr/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29E86-E546-9BC8-BB24-847648001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2625213"/>
            <a:ext cx="9228201" cy="3677264"/>
          </a:xfrm>
        </p:spPr>
        <p:txBody>
          <a:bodyPr>
            <a:normAutofit fontScale="925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Accurately estimating used car prices is challenging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Prices depend on multiple factors: usage, brand, fuel, etc.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Objective: Predict car selling price using input features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Build a regression-based ML model for price prediction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279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2EDB-61A5-5D1A-FBFA-D25040CEC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2316862"/>
          </a:xfrm>
        </p:spPr>
        <p:txBody>
          <a:bodyPr/>
          <a:lstStyle/>
          <a:p>
            <a:r>
              <a:rPr lang="en-IN" b="1" dirty="0"/>
              <a:t>Real-Life Use Cases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5EEF4-C92F-5395-9A29-B96682EC5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170" y="2526890"/>
            <a:ext cx="9228201" cy="3795252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Buyers</a:t>
            </a:r>
            <a:r>
              <a:rPr lang="en-US" dirty="0"/>
              <a:t>: Check if the asking price is fair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Sellers</a:t>
            </a:r>
            <a:r>
              <a:rPr lang="en-US" dirty="0"/>
              <a:t>: Get a competitive resale price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Dealerships</a:t>
            </a:r>
            <a:r>
              <a:rPr lang="en-US" dirty="0"/>
              <a:t>: Automate bulk pricing for inventory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Insurance Firms</a:t>
            </a:r>
            <a:r>
              <a:rPr lang="en-US" dirty="0"/>
              <a:t>: Use for claim evaluation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Loan Providers</a:t>
            </a:r>
            <a:r>
              <a:rPr lang="en-US" dirty="0"/>
              <a:t>: Assess vehicle value for financing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883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13A3-BA5C-B67F-D5DE-F917F79DE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324465"/>
            <a:ext cx="10782300" cy="2251587"/>
          </a:xfrm>
        </p:spPr>
        <p:txBody>
          <a:bodyPr/>
          <a:lstStyle/>
          <a:p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2920A-A452-17A1-4584-AD232088E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504" y="1533832"/>
            <a:ext cx="10457786" cy="5161935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Source</a:t>
            </a:r>
            <a:r>
              <a:rPr lang="en-US" dirty="0"/>
              <a:t>: Kaggle or UCI ML Repository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~6000 rows and 8-10 features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Key features:-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Year of Purchase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Fuel Type, Transmission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Engine &amp; Power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Kilometers Driven</a:t>
            </a:r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74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3652-29F5-46F8-87C1-D0F24883E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2179210"/>
          </a:xfrm>
        </p:spPr>
        <p:txBody>
          <a:bodyPr/>
          <a:lstStyle/>
          <a:p>
            <a:r>
              <a:rPr lang="en-IN" b="1" dirty="0"/>
              <a:t>Data Preprocessing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66394-A5F6-E5D1-B380-40B94CDC6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2349910"/>
            <a:ext cx="9626862" cy="412954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Handle missing values (e.g., impute or drop)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Convert features like Power, Engine into numeric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Drop irrelevant columns like “Car Name”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Encode categorical features: Fuel Type, Transmission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Scale numerical values: KM Driven, Engine, Mileage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Convert Year → Age of Car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052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2B11-BFE7-6593-DB01-6AD1AF5DA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2061223"/>
          </a:xfrm>
        </p:spPr>
        <p:txBody>
          <a:bodyPr/>
          <a:lstStyle/>
          <a:p>
            <a:r>
              <a:rPr lang="en-IN" b="1" dirty="0"/>
              <a:t>Model Selection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B84CC-E9ED-7F75-0B86-9DC96AB85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2182761"/>
            <a:ext cx="9228201" cy="367003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Tried multiple regression models:-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Linear Regression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Decision Tree Regressor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Random Forest Regressor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 err="1"/>
              <a:t>XGBoost</a:t>
            </a:r>
            <a:r>
              <a:rPr lang="en-US" dirty="0"/>
              <a:t> / Gradient Boosting</a:t>
            </a:r>
            <a:endParaRPr lang="en-IN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Compared using accuracy and error metrics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Chose Random Forest for better generalization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92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9A97-0490-1EF8-6269-829DC53B2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853" y="1011792"/>
            <a:ext cx="10782300" cy="2417208"/>
          </a:xfrm>
        </p:spPr>
        <p:txBody>
          <a:bodyPr/>
          <a:lstStyle/>
          <a:p>
            <a:r>
              <a:rPr lang="en-IN" b="1" dirty="0"/>
              <a:t> Results Visualization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20EA8-87EE-890F-E01B-4432585FB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3147237"/>
            <a:ext cx="9228201" cy="270555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Scatter plot</a:t>
            </a:r>
            <a:r>
              <a:rPr lang="en-US" dirty="0"/>
              <a:t> of predicted vs actual prices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Line plot</a:t>
            </a:r>
            <a:r>
              <a:rPr lang="en-US" dirty="0"/>
              <a:t>: Comparison for sample 20 cars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b="1" dirty="0"/>
              <a:t>Residual plot</a:t>
            </a:r>
            <a:r>
              <a:rPr lang="en-US" dirty="0"/>
              <a:t> to detect pattern in errors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Visual confirmation of model's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0876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12AD-9F5D-E666-2D5C-7394E1092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50" y="403123"/>
            <a:ext cx="10782300" cy="2349909"/>
          </a:xfrm>
        </p:spPr>
        <p:txBody>
          <a:bodyPr/>
          <a:lstStyle/>
          <a:p>
            <a:r>
              <a:rPr lang="en-IN" b="1" dirty="0"/>
              <a:t>Model Deployment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C9FCE-99E5-7D61-51CA-3E027D9C6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2330245"/>
            <a:ext cx="9228201" cy="387391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Built a UI using </a:t>
            </a:r>
            <a:r>
              <a:rPr lang="en-US" b="1" dirty="0" err="1"/>
              <a:t>Streamlit</a:t>
            </a:r>
            <a:r>
              <a:rPr lang="en-US" dirty="0"/>
              <a:t> / </a:t>
            </a:r>
            <a:r>
              <a:rPr lang="en-US" b="1" dirty="0"/>
              <a:t>Flask</a:t>
            </a:r>
            <a:endParaRPr lang="en-US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User enters car details → Gets predicted price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Lightweight, responsive design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Hosted on Heroku / Render (optional)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76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BD39C-71B1-DE7A-8C8A-1082DE129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452284"/>
            <a:ext cx="10782300" cy="2163095"/>
          </a:xfrm>
        </p:spPr>
        <p:txBody>
          <a:bodyPr/>
          <a:lstStyle/>
          <a:p>
            <a:r>
              <a:rPr lang="en-IN" b="1" dirty="0"/>
              <a:t>Challenges Faced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94C1E-0C22-CD70-660D-3BE962362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2418734"/>
            <a:ext cx="9228201" cy="343406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Missing data in Engine, Power columns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Inconsistent units (e.g., kmpl vs km/kg)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Highly skewed target variable (price)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Balancing bias and variance in tree-based models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dirty="0"/>
              <a:t>Avoiding overfitting while keeping model complex enough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0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FAC8-72D1-207D-A90C-26A5A657D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775" y="1100964"/>
            <a:ext cx="10782300" cy="2120217"/>
          </a:xfrm>
        </p:spPr>
        <p:txBody>
          <a:bodyPr/>
          <a:lstStyle/>
          <a:p>
            <a:r>
              <a:rPr lang="en-IN" b="1" dirty="0"/>
              <a:t>Future Enhancements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AB2D8-8BC4-2775-84AB-7E6388EE4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2890684"/>
            <a:ext cx="9228201" cy="296211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Include </a:t>
            </a:r>
            <a:r>
              <a:rPr lang="en-US" b="1" dirty="0"/>
              <a:t>location data</a:t>
            </a:r>
            <a:r>
              <a:rPr lang="en-US" dirty="0"/>
              <a:t> (city-wise pricing)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Integrate </a:t>
            </a:r>
            <a:r>
              <a:rPr lang="en-US" b="1" dirty="0"/>
              <a:t>real-time car listings</a:t>
            </a:r>
            <a:r>
              <a:rPr lang="en-US" dirty="0"/>
              <a:t> via web scraping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Add </a:t>
            </a:r>
            <a:r>
              <a:rPr lang="en-US" b="1" dirty="0"/>
              <a:t>deep learning models</a:t>
            </a:r>
            <a:r>
              <a:rPr lang="en-US" dirty="0"/>
              <a:t> for better regression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Use </a:t>
            </a:r>
            <a:r>
              <a:rPr lang="en-US" b="1" dirty="0"/>
              <a:t>ensemble of models</a:t>
            </a:r>
            <a:r>
              <a:rPr lang="en-US" dirty="0"/>
              <a:t> (blending, stacking)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Add </a:t>
            </a:r>
            <a:r>
              <a:rPr lang="en-US" b="1" dirty="0"/>
              <a:t>car accident history, service records</a:t>
            </a:r>
            <a:r>
              <a:rPr lang="en-US" dirty="0"/>
              <a:t> as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64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6B31-DA79-D69E-3740-A8B0D17A6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1880657"/>
          </a:xfrm>
        </p:spPr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EC709-45EA-26B0-0078-9C8BAADE5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2202426"/>
            <a:ext cx="9228201" cy="365037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ML helps automate accurate car price predictions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Ensemble models handle complex, nonlinear relationships well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Valuable in many sectors: resale, loans, insurance, platforms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Continuous improvement possible with more features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16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605A-457B-2FD9-2950-8C528CF891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           </a:t>
            </a:r>
            <a:r>
              <a:rPr lang="en-IN" sz="9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5942415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45</TotalTime>
  <Words>459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 Light</vt:lpstr>
      <vt:lpstr>Times New Roman</vt:lpstr>
      <vt:lpstr>Wingdings</vt:lpstr>
      <vt:lpstr>Metropolitan</vt:lpstr>
      <vt:lpstr>  Car Price Prediction Model </vt:lpstr>
      <vt:lpstr>Introduction </vt:lpstr>
      <vt:lpstr>Problem Statement </vt:lpstr>
      <vt:lpstr>Real-Life Use Cases </vt:lpstr>
      <vt:lpstr>Dataset Overview </vt:lpstr>
      <vt:lpstr>Data Preprocessing </vt:lpstr>
      <vt:lpstr>Model Selection </vt:lpstr>
      <vt:lpstr> Results Visualization </vt:lpstr>
      <vt:lpstr>Model Deployment </vt:lpstr>
      <vt:lpstr>Challenges Faced </vt:lpstr>
      <vt:lpstr>Future Enhancements </vt:lpstr>
      <vt:lpstr>Conclusion </vt:lpstr>
      <vt:lpstr>         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Kajal Rajput</dc:creator>
  <cp:lastModifiedBy>Kajal Rajput</cp:lastModifiedBy>
  <cp:revision>3</cp:revision>
  <dcterms:created xsi:type="dcterms:W3CDTF">2025-07-13T05:38:38Z</dcterms:created>
  <dcterms:modified xsi:type="dcterms:W3CDTF">2025-07-13T06:30:55Z</dcterms:modified>
</cp:coreProperties>
</file>